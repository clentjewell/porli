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Summary. Figures read from the working site and the project record, not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plan. The shape decision, and the only revenue model reachable with what is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 plan. Position as one operator's shopfront, and the unchecked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Sales and marketing plan. Close the enquiry loop before any spend on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Activation plan. Ninety days, owners, and what we need from the client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